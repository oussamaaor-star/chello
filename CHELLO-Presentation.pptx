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E - C O M M E R C E   S O L U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7200" b="1">
                <a:solidFill>
                  <a:srgbClr val="FAF8F4"/>
                </a:solidFill>
                <a:latin typeface="Calibri"/>
              </a:defRPr>
            </a:pPr>
            <a:r>
              <a:t>CHELLO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600" b="0">
                <a:solidFill>
                  <a:srgbClr val="F1ECE2"/>
                </a:solidFill>
                <a:latin typeface="Calibri"/>
              </a:defRPr>
            </a:pPr>
            <a:r>
              <a:t>Your Complete Digital Boutique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E9E9E"/>
                </a:solidFill>
                <a:latin typeface="Calibri"/>
              </a:defRPr>
            </a:pPr>
            <a:r>
              <a:t>Al Araimi Boulevard  ·  1st Floor  ·  Seeb, Muscat, Oman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Women's Fashion  ·  Abayas  ·  Bags  ·  Shoes  ·  Perfumes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WHY GO DIGITAL?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2200" b="0">
                <a:solidFill>
                  <a:srgbClr val="18140F"/>
                </a:solidFill>
                <a:latin typeface="Calibri"/>
              </a:defRPr>
            </a:pPr>
            <a:r>
              <a:t>Your customers are online. Your competitors are online.</a:t>
            </a:r>
            <a:br/>
            <a:r>
              <a:t>Chello deserves to be there too — but better.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3520440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Customers can only buy in-store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No way to browse products from home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Loyalty tracked on paper cards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No data on what sells best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743200"/>
            <a:ext cx="3520440" cy="6350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D8C4E"/>
                </a:solidFill>
                <a:latin typeface="Calibri"/>
              </a:defRPr>
            </a:pPr>
            <a:r>
              <a:t>WITH THIS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Sell 24/7, even when the store is closed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Beautiful online catalogue in Arabic &amp; English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Digital loyalty program — automatic stamps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Google Analytics shows you everything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743200"/>
            <a:ext cx="3520440" cy="635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C4A86B"/>
                </a:solidFill>
                <a:latin typeface="Calibri"/>
              </a:defRPr>
            </a:pPr>
            <a:r>
              <a:t>THE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More sales from new &amp; existing customers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Professional brand image online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Loyal customers who keep coming back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Smart decisions based on real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YOUR ONLINE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4A443C"/>
                </a:solidFill>
                <a:latin typeface="Calibri"/>
              </a:defRPr>
            </a:pPr>
            <a:r>
              <a:t>A premium shopping experience that reflects the elegance of your boutique.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🏠  Stunning Homepage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Editorial hero with elegant typography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Scrolling banner with store advantages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Category grid with beautiful imagery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New arrivals &amp; lookbook sections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Store location with Google Maps 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🛍️  Product Catalogue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Responsive grid (2 cols mobile, 4 desktop)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Filter by category (clothing, abayas, bags...)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"New" badge on recent products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Prices in Omani Rial (ر.ع.)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📄  Product 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Image gallery with zoom &amp; navigation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Size selection (S, M, L, XL)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Color variants with visual swatches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Interactive size guide with measurements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Customer reviews with star ratings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WhatsApp order button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🛒  Cart &amp; Checkout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Slide-out cart with quick preview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delivery form (name, phone, city...)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Cash on delivery by default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Order confirmation 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PDF invoice — downloadable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4A443C"/>
                </a:solidFill>
                <a:latin typeface="Calibri"/>
              </a:defRPr>
            </a:pPr>
            <a:r>
              <a:t>Give your customers a personal space where they feel valued and come back for more.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👤  Personal Account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Easy sign-up with email &amp; password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Password reset via email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Editable profile (name, phone, avatar)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📦  Order Tracking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order history with details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Real-time status tracking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Track by order reference number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📍  Address Book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Save multiple delivery addresses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Set a default address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Quick checkout next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❤️  Wishlist &amp; Alerts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Save favorite products (heart icon)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Dedicated wishlist 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Stock alerts when items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C4A86B"/>
                </a:solidFill>
                <a:latin typeface="Calibri"/>
              </a:defRPr>
            </a:pPr>
            <a:r>
              <a:t>Every feature is designed to make customers feel special and keep them coming 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LOYALTY PROGRAM — KEEP THEM COMING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4400" b="1">
                <a:solidFill>
                  <a:srgbClr val="C4A86B"/>
                </a:solidFill>
                <a:latin typeface="Calibri"/>
              </a:defRPr>
            </a:pPr>
            <a:r>
              <a:t>8 Stamps = 1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Works both in-store and online — fully automatic, no paper cards.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0">
                <a:solidFill>
                  <a:srgbClr val="FAF8F4"/>
                </a:solidFill>
                <a:latin typeface="Segoe UI Emoji"/>
              </a:defRPr>
            </a:pPr>
            <a:r>
              <a:t>🟤  🟤  🟤  🟤  🟤  🟤  🟤  🟤  →  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FAF8F4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Customer signs up with their WhatsApp number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Unique loyalty code generated automatically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Digital card shows all 8 stamp slots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AUTOMATIC STAMPS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FAF8F4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In-store: cashier finds customer → stamp added after sale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Online: stamp added when order is delivered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Real-time notification when stamp is added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No cheating — only cashier or system can stamp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EASY TO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FAF8F4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Customers find their card by WhatsApp number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See stamp count and full history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Owner controls the reward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OWNER DASHBOARD — FULL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Manage everything from your phone or computer. Secure access — only you can see this.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📊  Dashboard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Total revenue at a glance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Order count &amp; customer count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Low-stock alerts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Charts and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📦  Orders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All orders with search &amp; filters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Change status: Pending → Confirmed → Shipping → Delivered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Loyalty stamp auto-added on delivery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order details (products, amounts, address)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👗  Products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Add / edit / delete products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Upload images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Manage sizes, colors &amp; stock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Categorize (dresses, abayas, bags, shoes, perfumes)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Mark as "featured"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🏷️  Promotions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Create discount codes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Set percentage &amp; validity dates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Activate / deactivate anytime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43600"/>
            <a:ext cx="26974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214884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👥 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5943600"/>
            <a:ext cx="26974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6172200"/>
            <a:ext cx="214884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⭐  Reviews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5943600"/>
            <a:ext cx="26974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6172200"/>
            <a:ext cx="214884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🎯  Loyalty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59" y="5943600"/>
            <a:ext cx="26974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6172200"/>
            <a:ext cx="214884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🔔  Stock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6E6E6E"/>
                </a:solidFill>
                <a:latin typeface="Calibri"/>
              </a:defRPr>
            </a:pPr>
            <a:r>
              <a:t>Also includes: User management  ·  Review moderation  ·  Loyalty management  ·  Stock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CASHIER DASHBOARD — IN-STORE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Your cashier gets a simple, dedicated interface. They can sell, manage orders,</a:t>
            </a:r>
            <a:br/>
            <a:r>
              <a:t>and stamp loyalty cards — but they cannot touch your products or settings.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💰  Point of Sale (POS)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Product grid with instant search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Add to cart with size &amp; quantity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Customer phone → auto-find loyalty member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Validate sale → order created as "Confirmed"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Loyalty stamp added automatically after sale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Success screen with loyalty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📋  Orders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all orders with status filters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Change order status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Loyalty stamp on "Delivered"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🎯  Loyalty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Search members by code, phone or name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Manual stamp if needed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current stamps &amp;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📦  Stock (Read-Only)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See all product stock levels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Filter: in stock / low / out of stock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Search by product name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Cannot modify anything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BUILT FOR PERFORMANCE &amp;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🌍  Bilingual (Arabic &amp; English)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Arabic interface by default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English toggle in the header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Proper right-to-left (RTL) layout for Arabic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Professional Arabic fonts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📱  Fully Responsive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Perfect on mobile, tablet &amp; desktop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Touch-optimized cart and navigation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Mobile hamburger menu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📈  Google Analytics (Free)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Track visitor count &amp; behavior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See which products are most viewed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Know where your traffic comes from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Check from your phone anytime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59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🔒  Security &amp; Speed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Secure authentication system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Role-based access (owner / cashier / customer)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Protected dashboards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Fast loading with lazy loading &amp; CDN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SEO optimized for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1">
                <a:solidFill>
                  <a:srgbClr val="18140F"/>
                </a:solidFill>
                <a:latin typeface="Calibri"/>
              </a:defRPr>
            </a:pPr>
            <a:r>
              <a:t>Additional pages included:</a:t>
            </a:r>
          </a:p>
          <a:p>
            <a:pPr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Blog  ·  FAQ  ·  Contact  ·  About Us  ·  Legal Notices  ·  Terms &amp; Conditions  ·  Privacy Policy  ·  Shipping &amp; Returns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ONLINE PAYMENT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Cash on delivery is included by default. When you're ready,</a:t>
            </a:r>
            <a:br/>
            <a:r>
              <a:t>we can activate card payments with one of these providers: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Paymob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Cheapest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2.5% cards · 1.5% OmanNet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Lowest fees in the market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Supports OmanNet debit cards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Licensed by Central Bank of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Free signup, no monthly fees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Thawani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Most Popular in Oman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~2.5-3% (on quote)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Most recognized in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Supports OmanNet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Licensed by Central Bank of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Trusted by Omani businesses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Tap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International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~2.75%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Supports OmanNet directly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Apple Pay support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Licensed by Central Bank of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Strong presence across GCC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1500" b="0">
                <a:solidFill>
                  <a:srgbClr val="18140F"/>
                </a:solidFill>
                <a:latin typeface="Calibri"/>
              </a:defRPr>
            </a:pPr>
            <a:r>
              <a:t>Example: On a 10 OMR sale, the fee is only ~0.25 OMR. No signup fee. No monthly subscription.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E6E6E"/>
                </a:solidFill>
                <a:latin typeface="Calibri"/>
              </a:defRPr>
            </a:pPr>
            <a:r>
              <a:t>Documents needed: Commercial Registration (CR) + Owner ID + Business Bank Account + Logo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WHAT WOULD THIS COST ON SHOPIFY?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1ECE2"/>
                </a:solidFill>
                <a:latin typeface="Calibri"/>
              </a:defRPr>
            </a:pPr>
            <a:r>
              <a:t>Every feature in this website has an equivalent on Shopify — but they all cost extra, every month.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1148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SHOPIFY EQUIVALENT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MONTHLY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E-commerce store (catalogue, cart, checkout)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957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Shopify Basic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957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$39/mo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61488"/>
            <a:ext cx="10698480" cy="384048"/>
          </a:xfrm>
          <a:prstGeom prst="rect">
            <a:avLst/>
          </a:prstGeom>
          <a:solidFill>
            <a:srgbClr val="22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797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Point of Sale — cashier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79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Shopify POS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7797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$89/mo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45536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63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Loyalty program (stamps &amp; rewards)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638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Smile.io (Growth)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638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$99-199/mo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29584"/>
            <a:ext cx="10698480" cy="384048"/>
          </a:xfrm>
          <a:prstGeom prst="rect">
            <a:avLst/>
          </a:prstGeom>
          <a:solidFill>
            <a:srgbClr val="22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47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Customer reviews on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547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Judge.me / Loox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47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$15-50/mo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13632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Bilingual Arabic/English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Langify / Weglot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931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$15-32/mo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18140F"/>
                </a:solidFill>
                <a:latin typeface="Calibri"/>
              </a:defRPr>
            </a:pPr>
            <a:r>
              <a:t>TOTAL MONTHLY SHOPIFY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18140F"/>
                </a:solidFill>
                <a:latin typeface="Calibri"/>
              </a:defRPr>
            </a:pPr>
            <a:r>
              <a:t>$257-409/mo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Shopify: Year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C0392B"/>
                </a:solidFill>
                <a:latin typeface="Calibri"/>
              </a:defRPr>
            </a:pPr>
            <a:r>
              <a:t>$3,099 — $4,923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And you pay this EVERY year.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Shopify: Over 3 Years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C0392B"/>
                </a:solidFill>
                <a:latin typeface="Calibri"/>
              </a:defRPr>
            </a:pPr>
            <a:r>
              <a:t>$9,297 — $14,769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Just for subscriptions. Not counting transaction fees.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SHOPIFY vs. THIS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03520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C0392B"/>
                </a:solidFill>
                <a:latin typeface="Calibri"/>
              </a:defRPr>
            </a:pPr>
            <a:r>
              <a:t>SHOPIFY +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1st year cost:  $3,099 — $4,923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3-year cost:  $9,297 — $14,769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Monthly subscription:  $257 — $409/mo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Transaction fees:  2.9% + $0.30 + 2% if external gateway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POS in-store:  $89/month extra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Loyalty + auto-stamps:  $99-199/month extra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Custom design:  $180-350 (theme only)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You own the code:  No — you rent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03520" cy="6350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2D8C4E"/>
                </a:solidFill>
                <a:latin typeface="Calibri"/>
              </a:defRPr>
            </a:pPr>
            <a:r>
              <a:t>THIS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1st year cost:  One-time payment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3-year cost:  $0 additional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Monthly subscription:  $0/month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Transaction fees:  ~2.5% (gateway only)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POS in-store:  Included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Loyalty + auto-stamps:  Included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Custom design:  Included — luxury editorial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You own the code:  Yes — it's yours forever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18140F"/>
                </a:solidFill>
                <a:latin typeface="Calibri"/>
              </a:defRPr>
            </a:pPr>
            <a:r>
              <a:t>"With Shopify, you rent a service. With this website, you own your platform."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YOUR RUNNING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After the one-time payment, here's what it costs to keep the website running: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41148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482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482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482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482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Domain name (.com)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32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~10-15 $/year (~4-6 OMR/year)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328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Recommended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328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Your professional web address (e.g. chello-store.com)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10698480" cy="502920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358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Website hosting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358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D8C4E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358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Included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358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Unlimited deployments, 100GB bandwidth, global CDN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38727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53872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D8C4E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38727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Included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538727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500MB storage, 50,000 users/month, unlimited API calls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77639"/>
            <a:ext cx="10698480" cy="502920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416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Card payment commission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0416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~2.5% per card sale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416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Only if activated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0416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No fee if you stay with Cash on Delivery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754879"/>
            <a:ext cx="7589520" cy="109728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4846319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TOTAL FIXED ANNUAL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166359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AF8F4"/>
                </a:solidFill>
                <a:latin typeface="Calibri"/>
              </a:defRPr>
            </a:pPr>
            <a:r>
              <a:t>~5 OMR/year  +  commissions only if card payment is activated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500" b="0">
                <a:solidFill>
                  <a:srgbClr val="4A443C"/>
                </a:solidFill>
                <a:latin typeface="Calibri"/>
              </a:defRPr>
            </a:pPr>
            <a:r>
              <a:t>The website costs almost nothing to maintain. Hosting and database are free.</a:t>
            </a:r>
            <a:br/>
            <a:r>
              <a:t>The only recurring cost is a professional domain name (~5 OMR/year).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WHAT SHOPIFY CANNOT GIVE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Even if you paid for all those Shopify subscriptions, you still wouldn't get: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Custom owner dashboard with tailored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01168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Loyalty stamps built into the POS — auto-stamp on every sale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8892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Automatic stamp when an online order is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78892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Interactive size guide with real measurements for your products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6616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Color variants with beautiful visual swatches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56616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100% custom luxury editorial design (not a template)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4340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Simplified cashier interface — built for your staff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34340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Zero extra transaction fees (no Shopify surcharge)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12064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120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Free hosting and free database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EVERYTHING INCLUDED — ONE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Full e-commerce website (homepage, catalogue, product pages, cart, checkout)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Bilingual interface — Arabic (default) &amp;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Customer accounts (profile, order history, address book, wishlist)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Loyalty stamp program (8 stamps = reward) — works in-store &amp;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Owner dashboard (products, orders, promotions, users, reviews, loyalty, stock alerts)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Cashier dashboard with full POS (point of sale)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Customer reviews with moderation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Interactive size guide (clothing + shoes)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Color variant selection with visual swatches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Google Analytics integration (free)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WhatsApp integration (floating button + order links)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Instagram &amp; Google Maps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PDF invoice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Blog, FAQ, Contact, About, Legal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SEO optimized for Google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Mobile-first responsive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Luxury editorial visual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Online payment ready (Paymob / Thawani / Tap)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Custom .com domain connection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Free hosting + free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You own the code — it's yours forever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C4A86B"/>
                </a:solidFill>
                <a:latin typeface="Calibri"/>
              </a:defRPr>
            </a:pPr>
            <a:r>
              <a:t>21 features.  One payment.  Zero monthly fees.  The code is yours.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THREE ROLES — CLEAR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5029200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👤 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Public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Browse &amp; shop the full catalogue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Create an account &amp; save profile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Track orders in real-time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Earn loyalty stamps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Save favorites &amp; get stock alerts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Leave product reviews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💼  CASHIER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Cashier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Ring up in-store sales (POS)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Find loyalty members by phone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Auto-stamp after each sale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&amp; update orders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Check stock levels (read-only)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Cannot edit products or settings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👑 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control over everything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Manage products, orders, promos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analytics &amp; revenue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Moderate customer reviews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Manage loyalty program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Assign user roles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E9E9E"/>
                </a:solidFill>
                <a:latin typeface="Calibri"/>
              </a:defRPr>
            </a:pPr>
            <a:r>
              <a:t>R E A D Y  T O  G R O W  Y O U R  B U S I N E S 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4800" b="1">
                <a:solidFill>
                  <a:srgbClr val="FAF8F4"/>
                </a:solidFill>
                <a:latin typeface="Calibri"/>
              </a:defRPr>
            </a:pPr>
            <a:r>
              <a:t>Let's Build Chello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FAF8F4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One-time investment — no monthly subscriptions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Everything built custom for Chello — not a template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You own the code forever — no vendor lock-in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Almost zero running costs (~5 OMR/year)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Ready to launch in weeks, not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C4A86B"/>
                </a:solidFill>
                <a:latin typeface="Calibri"/>
              </a:defRPr>
            </a:pPr>
            <a:r>
              <a:t>Let's discuss the next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Chello — Women's Fashion  ·  Al Araimi Boulevard, Muscat, Oman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